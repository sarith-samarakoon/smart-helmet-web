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96E32-6647-646D-2C16-A8D86F1F27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AC956-1B87-6B80-4917-F4419FFB8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E7A01-B9B5-918E-F109-622375CAB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14404-C093-4057-84EF-3ADE26ED7D9D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0A853-95BE-D04D-CE95-B1A1CC103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EABD5-FB8E-E66C-F720-2645FBBEA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1DA8-F54D-4B7B-8091-8D5565121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72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F9A0E-474B-322F-FA5D-11F128819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7C866-3BE0-D373-622C-E5E2A1B37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344E8-890F-280E-9F27-E90DFC7B9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14404-C093-4057-84EF-3ADE26ED7D9D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43773-F11F-AAEB-229A-E18A7C0AA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40782-B4D6-64D8-361B-5B0FA6979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1DA8-F54D-4B7B-8091-8D5565121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63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8084E-82E9-40A8-BDAC-3ADAC3249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A8ADB-4A5E-C48C-6418-67DA26796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9167D-7F24-9915-9CC9-8C3CC87FB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14404-C093-4057-84EF-3ADE26ED7D9D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99A0E-E830-DB3B-5D64-919FD97C2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D0142-B6FF-0024-D9F3-3ECC93600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1DA8-F54D-4B7B-8091-8D5565121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136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C77F-3014-05BF-FC06-DBFD3A2BD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79EF5-E7A5-DC64-33F3-28AE9EAF98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E475DB-423B-FDA0-5A0E-027310EC0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F0B11-16C3-A146-71CB-9C9911569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14404-C093-4057-84EF-3ADE26ED7D9D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C3DC5-8545-AEFC-F3C1-98D82259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13B31C-AD1A-E3F7-0FDC-E0759A030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1DA8-F54D-4B7B-8091-8D5565121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33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981A7-ECD8-EF38-7F49-093F03A9F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1F525-6585-CEAB-D9DB-54AFBBC0B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440572-72B1-199B-F686-15D2368E9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71D68C-D94B-E4F3-185B-2CB51ABB27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6677B4-346F-7B74-D6C2-5EFBED88E7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51C9D2-0505-84BD-8C7E-EBA863BCE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14404-C093-4057-84EF-3ADE26ED7D9D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A3A029-DB18-0012-959D-CD5604659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199F92-B02A-603A-8DDF-9CD64F2C2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1DA8-F54D-4B7B-8091-8D5565121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53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18CE3-70DC-4FCF-F160-593241E2E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DF75A4-F654-0211-3938-56B3D1CE6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14404-C093-4057-84EF-3ADE26ED7D9D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1AC929-3609-8BC8-46D7-480AD5CB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31415-3F40-BFFD-F913-B0735555A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1DA8-F54D-4B7B-8091-8D5565121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671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AAFEFC-E351-C080-191F-008FA8A31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14404-C093-4057-84EF-3ADE26ED7D9D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C66893-FE80-5122-1401-4095DC8C1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4DD4A-5D69-A7E8-C6AB-39462F695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1DA8-F54D-4B7B-8091-8D5565121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884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9F6A5-E016-E97D-5708-07410115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297B5-FA84-9821-E13F-9511D6009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B02BB2-9C01-C494-55EF-2520CAB608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7E8180-FBD6-8C9E-A29B-4D7290689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14404-C093-4057-84EF-3ADE26ED7D9D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936A9-A415-659A-5DBB-F0F82AD79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FA6D6-F41C-5BEA-59BD-BB0EE13E7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1DA8-F54D-4B7B-8091-8D5565121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95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8C785-3AAD-A121-C80C-87A43CA4F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F55FFF-2C80-B12B-917A-C6293022C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E1FEF0-CDBB-C3FC-9580-F223B741D5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58F62C-1842-AAA9-E67C-695160FFC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14404-C093-4057-84EF-3ADE26ED7D9D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9B477C-D301-931B-5D7D-068A7A01C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0723A-3FE1-C36E-1854-1F1E89F17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1DA8-F54D-4B7B-8091-8D5565121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02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63837-301F-5A0B-3E83-64CB49E4A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FFC39C-980F-1B32-28F8-55E9221E6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CF28F-D8DA-F603-90C9-98A42FAB9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14404-C093-4057-84EF-3ADE26ED7D9D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79F6D-6AAE-92BB-39CF-20063E0BB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F2DD5-E366-5548-C115-571CA09E4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1DA8-F54D-4B7B-8091-8D5565121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019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9FD099-F76F-33CC-A1D8-FA32553134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92562E-2157-FD6B-E194-BB9DA33AC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EC9FB-A4A4-12ED-EFEF-CFF808B77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14404-C093-4057-84EF-3ADE26ED7D9D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08849-735A-3522-7DF4-7F8808930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FA36B-2ADD-60C9-671A-F46C44E72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1DA8-F54D-4B7B-8091-8D5565121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871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A913CB-0CE6-14BE-5178-D30EF54FD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DA983-B4E2-07FB-DB84-EFD3197D3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61172-AF05-E98C-3E03-890FBAB2D0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114404-C093-4057-84EF-3ADE26ED7D9D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CF6F0-2C10-724B-130E-A7D3333C0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D7F61-C89E-B817-CFA2-6D4AA3E26C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231DA8-F54D-4B7B-8091-8D5565121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1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121A5-D688-E2FC-31C0-1C0D605AA539}"/>
              </a:ext>
            </a:extLst>
          </p:cNvPr>
          <p:cNvSpPr/>
          <p:nvPr/>
        </p:nvSpPr>
        <p:spPr>
          <a:xfrm>
            <a:off x="2524075" y="1795955"/>
            <a:ext cx="2785827" cy="36333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FD3C64-9A92-274D-B158-0F21107095E0}"/>
              </a:ext>
            </a:extLst>
          </p:cNvPr>
          <p:cNvSpPr/>
          <p:nvPr/>
        </p:nvSpPr>
        <p:spPr>
          <a:xfrm>
            <a:off x="9116185" y="530942"/>
            <a:ext cx="2785826" cy="573220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D68960-0FC5-C4AA-E4D8-CF23A0F09557}"/>
              </a:ext>
            </a:extLst>
          </p:cNvPr>
          <p:cNvSpPr txBox="1"/>
          <p:nvPr/>
        </p:nvSpPr>
        <p:spPr>
          <a:xfrm>
            <a:off x="9431252" y="731816"/>
            <a:ext cx="21378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Development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281888-BEA3-3C05-4110-933C7316D04A}"/>
              </a:ext>
            </a:extLst>
          </p:cNvPr>
          <p:cNvSpPr txBox="1"/>
          <p:nvPr/>
        </p:nvSpPr>
        <p:spPr>
          <a:xfrm>
            <a:off x="9494955" y="1902016"/>
            <a:ext cx="196727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Biometric</a:t>
            </a:r>
          </a:p>
          <a:p>
            <a:pPr algn="ctr"/>
            <a:r>
              <a:rPr lang="en-US" dirty="0"/>
              <a:t>Data Processing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34A456-1382-CA2C-6448-24BC57889809}"/>
              </a:ext>
            </a:extLst>
          </p:cNvPr>
          <p:cNvSpPr txBox="1"/>
          <p:nvPr/>
        </p:nvSpPr>
        <p:spPr>
          <a:xfrm>
            <a:off x="9494955" y="2816380"/>
            <a:ext cx="196727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Motion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AF03DA-22EF-945C-9CE2-97009086BB78}"/>
              </a:ext>
            </a:extLst>
          </p:cNvPr>
          <p:cNvSpPr txBox="1"/>
          <p:nvPr/>
        </p:nvSpPr>
        <p:spPr>
          <a:xfrm>
            <a:off x="9494954" y="3413447"/>
            <a:ext cx="196727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RealTime Data</a:t>
            </a:r>
          </a:p>
          <a:p>
            <a:pPr algn="ctr"/>
            <a:r>
              <a:rPr lang="en-US" dirty="0"/>
              <a:t>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A40C78-76B1-D4CB-5F4A-9F9D969F3951}"/>
              </a:ext>
            </a:extLst>
          </p:cNvPr>
          <p:cNvSpPr txBox="1"/>
          <p:nvPr/>
        </p:nvSpPr>
        <p:spPr>
          <a:xfrm>
            <a:off x="9513196" y="4307181"/>
            <a:ext cx="196727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ML-based Fatigue</a:t>
            </a:r>
          </a:p>
          <a:p>
            <a:pPr algn="ctr"/>
            <a:r>
              <a:rPr lang="en-US" dirty="0"/>
              <a:t>Prediction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85B8A6-413B-2BFD-16FC-3EFFBA81C915}"/>
              </a:ext>
            </a:extLst>
          </p:cNvPr>
          <p:cNvSpPr txBox="1"/>
          <p:nvPr/>
        </p:nvSpPr>
        <p:spPr>
          <a:xfrm>
            <a:off x="9513197" y="5229978"/>
            <a:ext cx="196727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IoT </a:t>
            </a:r>
          </a:p>
          <a:p>
            <a:pPr algn="ctr"/>
            <a:r>
              <a:rPr lang="en-US" dirty="0"/>
              <a:t>Communication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F1BA94-4704-10B2-69B5-C2CE37025AE5}"/>
              </a:ext>
            </a:extLst>
          </p:cNvPr>
          <p:cNvSpPr/>
          <p:nvPr/>
        </p:nvSpPr>
        <p:spPr>
          <a:xfrm>
            <a:off x="6278880" y="1120879"/>
            <a:ext cx="2172929" cy="10127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BE448B-A767-F581-08E7-D5745633DAE6}"/>
              </a:ext>
            </a:extLst>
          </p:cNvPr>
          <p:cNvSpPr txBox="1"/>
          <p:nvPr/>
        </p:nvSpPr>
        <p:spPr>
          <a:xfrm>
            <a:off x="6420941" y="1442573"/>
            <a:ext cx="1492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Mobile App</a:t>
            </a:r>
          </a:p>
        </p:txBody>
      </p:sp>
      <p:pic>
        <p:nvPicPr>
          <p:cNvPr id="14" name="Graphic 13" descr="Smart Phone with solid fill">
            <a:extLst>
              <a:ext uri="{FF2B5EF4-FFF2-40B4-BE49-F238E27FC236}">
                <a16:creationId xmlns:a16="http://schemas.microsoft.com/office/drawing/2014/main" id="{716CF052-66D5-04C2-D703-346DB9F7D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6314" y="1358081"/>
            <a:ext cx="538316" cy="53831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5A22BEE-D1A0-2935-168E-428453198600}"/>
              </a:ext>
            </a:extLst>
          </p:cNvPr>
          <p:cNvSpPr/>
          <p:nvPr/>
        </p:nvSpPr>
        <p:spPr>
          <a:xfrm>
            <a:off x="6278880" y="2897879"/>
            <a:ext cx="2172929" cy="10127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91D89F-0685-5AE4-004C-6B1B35C93897}"/>
              </a:ext>
            </a:extLst>
          </p:cNvPr>
          <p:cNvSpPr txBox="1"/>
          <p:nvPr/>
        </p:nvSpPr>
        <p:spPr>
          <a:xfrm>
            <a:off x="6324301" y="3219573"/>
            <a:ext cx="1469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Dashboard</a:t>
            </a:r>
          </a:p>
        </p:txBody>
      </p:sp>
      <p:pic>
        <p:nvPicPr>
          <p:cNvPr id="17" name="Graphic 16" descr="Monitor with solid fill">
            <a:extLst>
              <a:ext uri="{FF2B5EF4-FFF2-40B4-BE49-F238E27FC236}">
                <a16:creationId xmlns:a16="http://schemas.microsoft.com/office/drawing/2014/main" id="{48C162BF-AF9D-D96C-EF5A-64D0B8665B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766650" y="3135081"/>
            <a:ext cx="538316" cy="53831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83FA08-0469-8B12-819A-4F1C42A332C8}"/>
              </a:ext>
            </a:extLst>
          </p:cNvPr>
          <p:cNvSpPr/>
          <p:nvPr/>
        </p:nvSpPr>
        <p:spPr>
          <a:xfrm>
            <a:off x="6293632" y="4810261"/>
            <a:ext cx="2158177" cy="10127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99A039-BE4B-C14B-E3A7-CF57E6BB1080}"/>
              </a:ext>
            </a:extLst>
          </p:cNvPr>
          <p:cNvSpPr txBox="1"/>
          <p:nvPr/>
        </p:nvSpPr>
        <p:spPr>
          <a:xfrm>
            <a:off x="6278356" y="4964807"/>
            <a:ext cx="16697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Core System</a:t>
            </a:r>
          </a:p>
          <a:p>
            <a:pPr algn="ctr"/>
            <a:r>
              <a:rPr lang="en-US" sz="2000" b="1" dirty="0"/>
              <a:t>Modules</a:t>
            </a:r>
          </a:p>
        </p:txBody>
      </p:sp>
      <p:pic>
        <p:nvPicPr>
          <p:cNvPr id="20" name="Graphic 19" descr="Gears with solid fill">
            <a:extLst>
              <a:ext uri="{FF2B5EF4-FFF2-40B4-BE49-F238E27FC236}">
                <a16:creationId xmlns:a16="http://schemas.microsoft.com/office/drawing/2014/main" id="{1EC5839F-5C97-B8DD-49DF-5D57CD3192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801066" y="5047463"/>
            <a:ext cx="538316" cy="53831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977A63B-C967-EC65-0084-9D5DD7697E2E}"/>
              </a:ext>
            </a:extLst>
          </p:cNvPr>
          <p:cNvSpPr txBox="1"/>
          <p:nvPr/>
        </p:nvSpPr>
        <p:spPr>
          <a:xfrm>
            <a:off x="2524075" y="1904856"/>
            <a:ext cx="2785827" cy="34778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Smart Helmet</a:t>
            </a:r>
          </a:p>
          <a:p>
            <a:pPr algn="ctr"/>
            <a:r>
              <a:rPr lang="en-US" sz="2000" b="1" dirty="0"/>
              <a:t>System</a:t>
            </a:r>
          </a:p>
          <a:p>
            <a:pPr algn="ctr"/>
            <a:endParaRPr lang="en-US" b="1" dirty="0"/>
          </a:p>
          <a:p>
            <a:r>
              <a:rPr lang="en-US" dirty="0"/>
              <a:t>Sensors: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MAX30100 (Heart Rate)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SEN-04277 (BP)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EEG Module (Stress)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IMU (Accel / Gyro)</a:t>
            </a:r>
          </a:p>
          <a:p>
            <a:endParaRPr lang="en-US" dirty="0"/>
          </a:p>
          <a:p>
            <a:r>
              <a:rPr lang="en-US" dirty="0"/>
              <a:t>Microcontroller: ESP32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Real-time Processing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BLE Communication</a:t>
            </a:r>
          </a:p>
        </p:txBody>
      </p:sp>
      <p:pic>
        <p:nvPicPr>
          <p:cNvPr id="24" name="Graphic 23" descr="Man with solid fill">
            <a:extLst>
              <a:ext uri="{FF2B5EF4-FFF2-40B4-BE49-F238E27FC236}">
                <a16:creationId xmlns:a16="http://schemas.microsoft.com/office/drawing/2014/main" id="{399867ED-A254-BEAA-BECD-6D5799BE66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8881" y="2706149"/>
            <a:ext cx="1136936" cy="113693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8F0CB21-26A1-79D7-84F8-520E7AF18A38}"/>
              </a:ext>
            </a:extLst>
          </p:cNvPr>
          <p:cNvSpPr txBox="1"/>
          <p:nvPr/>
        </p:nvSpPr>
        <p:spPr>
          <a:xfrm>
            <a:off x="71346" y="3872255"/>
            <a:ext cx="1496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Cyclist / </a:t>
            </a:r>
          </a:p>
          <a:p>
            <a:pPr algn="ctr"/>
            <a:r>
              <a:rPr lang="en-US" b="1" dirty="0"/>
              <a:t>Motorcyclist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F365C36-1077-AD27-FE7F-8FBB9B2E93A3}"/>
              </a:ext>
            </a:extLst>
          </p:cNvPr>
          <p:cNvCxnSpPr>
            <a:cxnSpLocks/>
          </p:cNvCxnSpPr>
          <p:nvPr/>
        </p:nvCxnSpPr>
        <p:spPr>
          <a:xfrm>
            <a:off x="1219200" y="3429000"/>
            <a:ext cx="125407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28E61AF-B4C6-A327-85A2-7280CB102651}"/>
              </a:ext>
            </a:extLst>
          </p:cNvPr>
          <p:cNvSpPr txBox="1"/>
          <p:nvPr/>
        </p:nvSpPr>
        <p:spPr>
          <a:xfrm>
            <a:off x="1021083" y="2816380"/>
            <a:ext cx="1452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(Physiological &amp; </a:t>
            </a:r>
          </a:p>
          <a:p>
            <a:pPr algn="ctr"/>
            <a:r>
              <a:rPr lang="en-US" sz="1400" dirty="0"/>
              <a:t>Motion Data)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A4B7AF2-B9A1-3C1B-3E9F-623F938B7E9C}"/>
              </a:ext>
            </a:extLst>
          </p:cNvPr>
          <p:cNvCxnSpPr>
            <a:cxnSpLocks/>
          </p:cNvCxnSpPr>
          <p:nvPr/>
        </p:nvCxnSpPr>
        <p:spPr>
          <a:xfrm>
            <a:off x="5320062" y="3552354"/>
            <a:ext cx="94651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4842A18-0697-33F0-51FE-A157D3A90828}"/>
              </a:ext>
            </a:extLst>
          </p:cNvPr>
          <p:cNvCxnSpPr>
            <a:cxnSpLocks/>
          </p:cNvCxnSpPr>
          <p:nvPr/>
        </p:nvCxnSpPr>
        <p:spPr>
          <a:xfrm>
            <a:off x="5720080" y="1625550"/>
            <a:ext cx="0" cy="194642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DCBE6C6-30E3-75C0-8829-D31399F650C9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5720080" y="162724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663118A-A9CC-8E68-C06C-10DCE48BD5D8}"/>
              </a:ext>
            </a:extLst>
          </p:cNvPr>
          <p:cNvSpPr txBox="1"/>
          <p:nvPr/>
        </p:nvSpPr>
        <p:spPr>
          <a:xfrm>
            <a:off x="5224139" y="1134799"/>
            <a:ext cx="9275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BLE Data </a:t>
            </a:r>
          </a:p>
          <a:p>
            <a:r>
              <a:rPr lang="en-US" sz="1400" dirty="0"/>
              <a:t>Transfer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A57AB05-9CDD-4F69-6131-195D588049A3}"/>
              </a:ext>
            </a:extLst>
          </p:cNvPr>
          <p:cNvCxnSpPr>
            <a:stCxn id="15" idx="2"/>
            <a:endCxn id="18" idx="0"/>
          </p:cNvCxnSpPr>
          <p:nvPr/>
        </p:nvCxnSpPr>
        <p:spPr>
          <a:xfrm>
            <a:off x="7365345" y="3910600"/>
            <a:ext cx="7376" cy="8996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1C81631-4691-336E-EBF9-BFECBABDA0E5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8451809" y="5316621"/>
            <a:ext cx="66437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4603E1D-D217-79ED-936A-63A7718516B8}"/>
              </a:ext>
            </a:extLst>
          </p:cNvPr>
          <p:cNvCxnSpPr>
            <a:stCxn id="15" idx="3"/>
            <a:endCxn id="10" idx="1"/>
          </p:cNvCxnSpPr>
          <p:nvPr/>
        </p:nvCxnSpPr>
        <p:spPr>
          <a:xfrm flipV="1">
            <a:off x="8451809" y="3397045"/>
            <a:ext cx="664376" cy="71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633145C-8101-2505-9C1B-E890A023C093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8451809" y="1625550"/>
            <a:ext cx="664376" cy="16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CF36385-5A26-73DD-683F-BE610060C891}"/>
              </a:ext>
            </a:extLst>
          </p:cNvPr>
          <p:cNvSpPr txBox="1"/>
          <p:nvPr/>
        </p:nvSpPr>
        <p:spPr>
          <a:xfrm>
            <a:off x="7411820" y="4096455"/>
            <a:ext cx="9596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Module </a:t>
            </a:r>
          </a:p>
          <a:p>
            <a:r>
              <a:rPr lang="en-US" sz="1400" dirty="0"/>
              <a:t>Functions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8BE74FC-6322-6735-7FF4-422F66CC408C}"/>
              </a:ext>
            </a:extLst>
          </p:cNvPr>
          <p:cNvSpPr/>
          <p:nvPr/>
        </p:nvSpPr>
        <p:spPr>
          <a:xfrm>
            <a:off x="61186" y="152400"/>
            <a:ext cx="11972413" cy="653288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255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67</Words>
  <Application>Microsoft Office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Yasiru Nuwan</dc:creator>
  <cp:lastModifiedBy>Yasiru Nuwan</cp:lastModifiedBy>
  <cp:revision>1</cp:revision>
  <dcterms:created xsi:type="dcterms:W3CDTF">2025-06-19T15:51:10Z</dcterms:created>
  <dcterms:modified xsi:type="dcterms:W3CDTF">2025-06-19T16:37:51Z</dcterms:modified>
</cp:coreProperties>
</file>